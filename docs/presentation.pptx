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ktoria Elena Pernkopf" userId="6368a6be5aca3f60" providerId="LiveId" clId="{046950FF-122A-447C-B9E5-2E7177266AAA}"/>
    <pc:docChg chg="undo custSel addSld modSld">
      <pc:chgData name="Viktoria Elena Pernkopf" userId="6368a6be5aca3f60" providerId="LiveId" clId="{046950FF-122A-447C-B9E5-2E7177266AAA}" dt="2026-02-05T20:19:42.830" v="831" actId="1076"/>
      <pc:docMkLst>
        <pc:docMk/>
      </pc:docMkLst>
      <pc:sldChg chg="modSp mod">
        <pc:chgData name="Viktoria Elena Pernkopf" userId="6368a6be5aca3f60" providerId="LiveId" clId="{046950FF-122A-447C-B9E5-2E7177266AAA}" dt="2026-02-05T20:13:04.663" v="72" actId="1076"/>
        <pc:sldMkLst>
          <pc:docMk/>
          <pc:sldMk cId="2134694847" sldId="256"/>
        </pc:sldMkLst>
        <pc:spChg chg="mod">
          <ac:chgData name="Viktoria Elena Pernkopf" userId="6368a6be5aca3f60" providerId="LiveId" clId="{046950FF-122A-447C-B9E5-2E7177266AAA}" dt="2026-02-05T20:13:04.663" v="72" actId="1076"/>
          <ac:spMkLst>
            <pc:docMk/>
            <pc:sldMk cId="2134694847" sldId="256"/>
            <ac:spMk id="3" creationId="{614E425D-2D8B-5C7D-7B64-16135D742394}"/>
          </ac:spMkLst>
        </pc:spChg>
      </pc:sldChg>
      <pc:sldChg chg="modSp new mod">
        <pc:chgData name="Viktoria Elena Pernkopf" userId="6368a6be5aca3f60" providerId="LiveId" clId="{046950FF-122A-447C-B9E5-2E7177266AAA}" dt="2026-02-05T20:16:15.101" v="523" actId="20577"/>
        <pc:sldMkLst>
          <pc:docMk/>
          <pc:sldMk cId="2714509053" sldId="257"/>
        </pc:sldMkLst>
        <pc:spChg chg="mod">
          <ac:chgData name="Viktoria Elena Pernkopf" userId="6368a6be5aca3f60" providerId="LiveId" clId="{046950FF-122A-447C-B9E5-2E7177266AAA}" dt="2026-02-05T20:13:55.145" v="85" actId="20577"/>
          <ac:spMkLst>
            <pc:docMk/>
            <pc:sldMk cId="2714509053" sldId="257"/>
            <ac:spMk id="2" creationId="{6F384A88-F706-13A9-3C4E-33155C49C91B}"/>
          </ac:spMkLst>
        </pc:spChg>
        <pc:spChg chg="mod">
          <ac:chgData name="Viktoria Elena Pernkopf" userId="6368a6be5aca3f60" providerId="LiveId" clId="{046950FF-122A-447C-B9E5-2E7177266AAA}" dt="2026-02-05T20:16:15.101" v="523" actId="20577"/>
          <ac:spMkLst>
            <pc:docMk/>
            <pc:sldMk cId="2714509053" sldId="257"/>
            <ac:spMk id="3" creationId="{5255D678-A771-4FBC-BC2C-9DDB80C0FC1B}"/>
          </ac:spMkLst>
        </pc:spChg>
      </pc:sldChg>
      <pc:sldChg chg="modSp new mod">
        <pc:chgData name="Viktoria Elena Pernkopf" userId="6368a6be5aca3f60" providerId="LiveId" clId="{046950FF-122A-447C-B9E5-2E7177266AAA}" dt="2026-02-05T20:18:51.338" v="792" actId="20577"/>
        <pc:sldMkLst>
          <pc:docMk/>
          <pc:sldMk cId="3508669570" sldId="258"/>
        </pc:sldMkLst>
        <pc:spChg chg="mod">
          <ac:chgData name="Viktoria Elena Pernkopf" userId="6368a6be5aca3f60" providerId="LiveId" clId="{046950FF-122A-447C-B9E5-2E7177266AAA}" dt="2026-02-05T20:16:37.727" v="542" actId="20577"/>
          <ac:spMkLst>
            <pc:docMk/>
            <pc:sldMk cId="3508669570" sldId="258"/>
            <ac:spMk id="2" creationId="{E8A9B73D-51F2-3CE0-C962-A2668E463D63}"/>
          </ac:spMkLst>
        </pc:spChg>
        <pc:spChg chg="mod">
          <ac:chgData name="Viktoria Elena Pernkopf" userId="6368a6be5aca3f60" providerId="LiveId" clId="{046950FF-122A-447C-B9E5-2E7177266AAA}" dt="2026-02-05T20:18:51.338" v="792" actId="20577"/>
          <ac:spMkLst>
            <pc:docMk/>
            <pc:sldMk cId="3508669570" sldId="258"/>
            <ac:spMk id="3" creationId="{324AA39C-5490-3F06-0664-F0E22145926F}"/>
          </ac:spMkLst>
        </pc:spChg>
      </pc:sldChg>
      <pc:sldChg chg="delSp modSp new mod">
        <pc:chgData name="Viktoria Elena Pernkopf" userId="6368a6be5aca3f60" providerId="LiveId" clId="{046950FF-122A-447C-B9E5-2E7177266AAA}" dt="2026-02-05T20:19:42.830" v="831" actId="1076"/>
        <pc:sldMkLst>
          <pc:docMk/>
          <pc:sldMk cId="3513481688" sldId="259"/>
        </pc:sldMkLst>
        <pc:spChg chg="mod">
          <ac:chgData name="Viktoria Elena Pernkopf" userId="6368a6be5aca3f60" providerId="LiveId" clId="{046950FF-122A-447C-B9E5-2E7177266AAA}" dt="2026-02-05T20:19:42.830" v="831" actId="1076"/>
          <ac:spMkLst>
            <pc:docMk/>
            <pc:sldMk cId="3513481688" sldId="259"/>
            <ac:spMk id="2" creationId="{F1D532DC-0A98-F863-8B17-68FF8376F31F}"/>
          </ac:spMkLst>
        </pc:spChg>
        <pc:spChg chg="del">
          <ac:chgData name="Viktoria Elena Pernkopf" userId="6368a6be5aca3f60" providerId="LiveId" clId="{046950FF-122A-447C-B9E5-2E7177266AAA}" dt="2026-02-05T20:19:17.164" v="827" actId="478"/>
          <ac:spMkLst>
            <pc:docMk/>
            <pc:sldMk cId="3513481688" sldId="259"/>
            <ac:spMk id="3" creationId="{90E89E39-6689-9B0B-8B41-BBC45638470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E26FE-FB92-4537-B8AA-A5DC4C1A4E5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D0E3-04CF-437E-93BD-F00EA4FD5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295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E26FE-FB92-4537-B8AA-A5DC4C1A4E5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D0E3-04CF-437E-93BD-F00EA4FD5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156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E26FE-FB92-4537-B8AA-A5DC4C1A4E5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D0E3-04CF-437E-93BD-F00EA4FD5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34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E26FE-FB92-4537-B8AA-A5DC4C1A4E5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D0E3-04CF-437E-93BD-F00EA4FD5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354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E26FE-FB92-4537-B8AA-A5DC4C1A4E5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D0E3-04CF-437E-93BD-F00EA4FD5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846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E26FE-FB92-4537-B8AA-A5DC4C1A4E5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D0E3-04CF-437E-93BD-F00EA4FD5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36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E26FE-FB92-4537-B8AA-A5DC4C1A4E5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D0E3-04CF-437E-93BD-F00EA4FD5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966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E26FE-FB92-4537-B8AA-A5DC4C1A4E5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D0E3-04CF-437E-93BD-F00EA4FD5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99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E26FE-FB92-4537-B8AA-A5DC4C1A4E5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D0E3-04CF-437E-93BD-F00EA4FD5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209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E26FE-FB92-4537-B8AA-A5DC4C1A4E5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D0E3-04CF-437E-93BD-F00EA4FD5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74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E26FE-FB92-4537-B8AA-A5DC4C1A4E5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D0E3-04CF-437E-93BD-F00EA4FD5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22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7CE26FE-FB92-4537-B8AA-A5DC4C1A4E5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1C3D0E3-04CF-437E-93BD-F00EA4FD5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516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37CF7-2B56-2064-1573-06C61CC60C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RoomFood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4E425D-2D8B-5C7D-7B64-16135D7423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0680" y="3509963"/>
            <a:ext cx="6390640" cy="1655762"/>
          </a:xfrm>
        </p:spPr>
        <p:txBody>
          <a:bodyPr/>
          <a:lstStyle/>
          <a:p>
            <a:r>
              <a:rPr lang="en-US"/>
              <a:t>Antonio Petrov, Audrey Wimmer, Ostap Malanyak, Viktoria Pernkopf</a:t>
            </a:r>
          </a:p>
        </p:txBody>
      </p:sp>
    </p:spTree>
    <p:extLst>
      <p:ext uri="{BB962C8B-B14F-4D97-AF65-F5344CB8AC3E}">
        <p14:creationId xmlns:p14="http://schemas.microsoft.com/office/powerpoint/2010/main" val="2134694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84A88-F706-13A9-3C4E-33155C49C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5D678-A771-4FBC-BC2C-9DDB80C0F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Website for planning meals in shared households</a:t>
            </a:r>
          </a:p>
          <a:p>
            <a:r>
              <a:rPr lang="en-US"/>
              <a:t>Schedule meal plans with recipes and ingredients</a:t>
            </a:r>
          </a:p>
          <a:p>
            <a:r>
              <a:rPr lang="en-US"/>
              <a:t>A user can join rooms</a:t>
            </a:r>
          </a:p>
          <a:p>
            <a:r>
              <a:rPr lang="en-US"/>
              <a:t>Meal plans are shared in a room</a:t>
            </a:r>
          </a:p>
          <a:p>
            <a:r>
              <a:rPr lang="en-US"/>
              <a:t>Users can assign meals and ingredients to each other</a:t>
            </a:r>
          </a:p>
          <a:p>
            <a:r>
              <a:rPr lang="en-US"/>
              <a:t>Users can share recipes</a:t>
            </a:r>
          </a:p>
          <a:p>
            <a:r>
              <a:rPr lang="en-US"/>
              <a:t>Users have an overview of planned meals</a:t>
            </a:r>
          </a:p>
        </p:txBody>
      </p:sp>
    </p:spTree>
    <p:extLst>
      <p:ext uri="{BB962C8B-B14F-4D97-AF65-F5344CB8AC3E}">
        <p14:creationId xmlns:p14="http://schemas.microsoft.com/office/powerpoint/2010/main" val="2714509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9B73D-51F2-3CE0-C962-A2668E463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Plans for sprint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AA39C-5490-3F06-0664-F0E221459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Basic login functionality</a:t>
            </a:r>
          </a:p>
          <a:p>
            <a:r>
              <a:rPr lang="en-US"/>
              <a:t>Only planning per user, no rooms</a:t>
            </a:r>
          </a:p>
          <a:p>
            <a:r>
              <a:rPr lang="en-US"/>
              <a:t>Adding meals to your own meal plan</a:t>
            </a:r>
          </a:p>
          <a:p>
            <a:r>
              <a:rPr lang="en-US"/>
              <a:t>Overview of planned meals</a:t>
            </a:r>
          </a:p>
          <a:p>
            <a:r>
              <a:rPr lang="en-US"/>
              <a:t>Storing login info and meals in the database</a:t>
            </a:r>
          </a:p>
        </p:txBody>
      </p:sp>
    </p:spTree>
    <p:extLst>
      <p:ext uri="{BB962C8B-B14F-4D97-AF65-F5344CB8AC3E}">
        <p14:creationId xmlns:p14="http://schemas.microsoft.com/office/powerpoint/2010/main" val="3508669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532DC-0A98-F863-8B17-68FF8376F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2631"/>
            <a:ext cx="10515600" cy="2852737"/>
          </a:xfrm>
        </p:spPr>
        <p:txBody>
          <a:bodyPr anchor="ctr"/>
          <a:lstStyle/>
          <a:p>
            <a:pPr algn="ctr"/>
            <a:r>
              <a:rPr lang="en-US"/>
              <a:t>Thank you for your attention.</a:t>
            </a:r>
          </a:p>
        </p:txBody>
      </p:sp>
    </p:spTree>
    <p:extLst>
      <p:ext uri="{BB962C8B-B14F-4D97-AF65-F5344CB8AC3E}">
        <p14:creationId xmlns:p14="http://schemas.microsoft.com/office/powerpoint/2010/main" val="3513481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99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RoomFood</vt:lpstr>
      <vt:lpstr>Basic idea</vt:lpstr>
      <vt:lpstr>Plans for sprint 1</vt:lpstr>
      <vt:lpstr>Thank you for your attention.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Pernkopf Viktoria</dc:creator>
  <cp:lastModifiedBy>Pernkopf Viktoria</cp:lastModifiedBy>
  <cp:revision>1</cp:revision>
  <dcterms:created xsi:type="dcterms:W3CDTF">2026-02-05T20:10:44Z</dcterms:created>
  <dcterms:modified xsi:type="dcterms:W3CDTF">2026-02-05T20:24:17Z</dcterms:modified>
</cp:coreProperties>
</file>